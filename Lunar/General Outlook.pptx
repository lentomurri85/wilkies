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648B-C25C-63D8-3994-57C37CF4D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AA787-BBA3-975C-CE40-AB22BCACD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75ECB-B64A-561E-C041-04C24338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82DDD-8DDF-4D9D-3021-E52400A3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7364A-8C6F-2A43-8725-FE2FD187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21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163E-C089-E98A-1176-73B75563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8C7A-114D-7FA2-8CB4-105E3B91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F445E-E7E9-A313-7F58-C7240236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9B2A8-0D13-5501-45E7-E14BEC66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8333E-5F54-8F62-B99D-03B2245B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84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1580-56EF-0345-8F77-F5008836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E1589-3F80-6371-E196-5CF1C98A9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175BF-04E8-08E8-5BA3-D89BE0CE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B83F-BA6D-E6B5-F6D9-D1475630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38971-9821-8C08-D1BC-60A5223E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81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0AFA-B087-E8F8-5F67-9180F219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0715-EDC3-F966-FC5D-E6A15F329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5C27D-BA1E-0C24-E7A3-D65E9D1F6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F7669-E947-7B2F-2887-00C88FC2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29530-71F6-B97D-4AAA-AB2418F4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2A877-5BB9-04C4-8B97-E493CE32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3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E32E-9B5A-3FB1-CC96-DEE63360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76A7E-7098-40BC-033D-35716A8D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242A4-8348-330A-6D2B-C84C9A97F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3D422-E3C4-D42E-8C99-58236CDA1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2D0F0-771E-0367-0229-8C6BB116C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FF91A9-3641-94B4-7CB5-5F83B0A6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FFE3D-E3A2-E40A-EC34-1C8BE3D6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1290F-5A33-8E9F-FD3A-D409BE8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776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3DCE-8A67-4932-5D40-BE0F4E6E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9498F-A735-5462-A974-98F7228E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2A7E3-444B-BFA3-CEA6-4FA8F6D8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CE0D8-4302-C420-D7CF-EE9B9C57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95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F6D59-C544-21F2-4202-0F509EAEA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42CE1-0106-A8CA-2F96-D6FF8F78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9D988-CCB3-C5B9-7877-81417EF8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0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AFC7D-7ED6-9BA3-1392-7D5987F5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2E913-BC2B-C6F5-0750-4C00C3DC5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56AD7-E0F7-CA45-C735-9C2F36EA9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FB2C6-9A2B-76D8-36B9-9571698E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ED3FE-FB7C-3C1E-BC17-4F5DB96A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240AD-756D-5D4F-0BB8-EC8DC941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5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A655-2F20-303D-BC32-0C72BB13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1CE33-D2CA-6957-3025-F6CE2CD06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9E85F-A62B-FB2D-C3A4-94B6DD9F5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1F8C2-7059-5AA6-8E17-67124875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8593E-3339-383A-DA1F-26953FD1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50E22-F853-4347-7309-6141F68C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31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B245-4072-5F4E-93F7-7603BA98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E70C3-E265-9181-51BA-F36D7E2BD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8FCA8-F7F2-0E46-A00E-D3E3E151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DFEA-7A17-59EA-5C7D-C5D59C31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72733-A38C-9C7D-22E2-244AE6D1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7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1269C-F598-4A7D-84FB-8E8B71F3D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C3B45-8ACA-9E9F-E912-6F8D375A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311F7-A06B-F931-68B3-BC1CF952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30616-2A79-4031-A012-84A1516D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62E32-05E5-BF56-0DA2-5CB10FA9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58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A35FB-1B50-73DA-003F-47FF4F463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65A82-6939-5BF0-FD0C-91AE7B2B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FE01-C652-14F8-6820-F0F85E4C1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963C1-D5A8-4831-9CB7-AF12857CDAB7}" type="datetimeFigureOut">
              <a:rPr lang="en-GB" smtClean="0"/>
              <a:t>28/06/2022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A37F0-437D-6485-C863-7BA31647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2F22F-5F29-EA15-B4BB-675CB4833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40B47-C1BC-4F59-9C53-8A32E286F5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23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D8CF1-CBF6-4713-E003-A2B12321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SS22 GENERAL OUTLOOK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CB7E3-9AB6-1949-9DC9-A5E036C17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72991"/>
            <a:ext cx="10905066" cy="35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5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40CA7-CCAB-9ECB-4F54-BBCD9E540D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"/>
          <a:stretch/>
        </p:blipFill>
        <p:spPr>
          <a:xfrm>
            <a:off x="0" y="83493"/>
            <a:ext cx="12045800" cy="677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0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5C141A-A54C-3DF0-DE7B-7ADE645B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Some extra info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30438-D133-6EC7-6C41-4CBB787E8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373" y="1771418"/>
            <a:ext cx="4963218" cy="33151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9C8DF3-5AD0-F187-8B8E-9A262976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907" y="1976234"/>
            <a:ext cx="177189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67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18A9F-6998-2C0A-B813-56D15791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Some barcodes have been duplicated.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5CBA1-068C-2F9C-F551-113893FFA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418" y="3932778"/>
            <a:ext cx="4763165" cy="1257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CE0FED-550B-8ECB-081D-0BAB1E7F999C}"/>
              </a:ext>
            </a:extLst>
          </p:cNvPr>
          <p:cNvSpPr txBox="1"/>
          <p:nvPr/>
        </p:nvSpPr>
        <p:spPr>
          <a:xfrm>
            <a:off x="3246539" y="2315361"/>
            <a:ext cx="5343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Some items can’t be accurate because it’s impossible to know to which of the items the barcodes referred to.</a:t>
            </a:r>
          </a:p>
        </p:txBody>
      </p:sp>
    </p:spTree>
    <p:extLst>
      <p:ext uri="{BB962C8B-B14F-4D97-AF65-F5344CB8AC3E}">
        <p14:creationId xmlns:p14="http://schemas.microsoft.com/office/powerpoint/2010/main" val="75517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SS22 GENERAL OUTLOOK</vt:lpstr>
      <vt:lpstr>PowerPoint Presentation</vt:lpstr>
      <vt:lpstr>Some extra info </vt:lpstr>
      <vt:lpstr>Some barcodes have been duplicated.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Outlook</dc:title>
  <dc:creator>Silvia Di Bonaventura</dc:creator>
  <cp:lastModifiedBy>Silvia Di Bonaventura</cp:lastModifiedBy>
  <cp:revision>3</cp:revision>
  <dcterms:created xsi:type="dcterms:W3CDTF">2022-06-28T13:16:50Z</dcterms:created>
  <dcterms:modified xsi:type="dcterms:W3CDTF">2022-06-28T13:38:51Z</dcterms:modified>
</cp:coreProperties>
</file>